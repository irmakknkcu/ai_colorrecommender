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17"/>
    <p:restoredTop sz="94718"/>
  </p:normalViewPr>
  <p:slideViewPr>
    <p:cSldViewPr snapToGrid="0">
      <p:cViewPr>
        <p:scale>
          <a:sx n="60" d="100"/>
          <a:sy n="60" d="100"/>
        </p:scale>
        <p:origin x="296" y="1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FD48EA9-61D7-D141-B669-B8C569279DDD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CF2B22C-5A44-BF48-8CCE-00203CB04DC1}" type="slidenum">
              <a:rPr lang="tr-TR" smtClean="0"/>
              <a:t>‹#›</a:t>
            </a:fld>
            <a:endParaRPr lang="tr-TR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2688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48EA9-61D7-D141-B669-B8C569279DDD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B22C-5A44-BF48-8CCE-00203CB04D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8147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FD48EA9-61D7-D141-B669-B8C569279DDD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CF2B22C-5A44-BF48-8CCE-00203CB04DC1}" type="slidenum">
              <a:rPr lang="tr-TR" smtClean="0"/>
              <a:t>‹#›</a:t>
            </a:fld>
            <a:endParaRPr lang="tr-TR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00760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48EA9-61D7-D141-B669-B8C569279DDD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B22C-5A44-BF48-8CCE-00203CB04D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490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48EA9-61D7-D141-B669-B8C569279DDD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B22C-5A44-BF48-8CCE-00203CB04D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3914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48EA9-61D7-D141-B669-B8C569279DDD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B22C-5A44-BF48-8CCE-00203CB04D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0127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48EA9-61D7-D141-B669-B8C569279DDD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B22C-5A44-BF48-8CCE-00203CB04D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07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5FD48EA9-61D7-D141-B669-B8C569279DDD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8CF2B22C-5A44-BF48-8CCE-00203CB04DC1}" type="slidenum">
              <a:rPr lang="tr-TR" smtClean="0"/>
              <a:t>‹#›</a:t>
            </a:fld>
            <a:endParaRPr lang="tr-TR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59415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5FD48EA9-61D7-D141-B669-B8C569279DDD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8CF2B22C-5A44-BF48-8CCE-00203CB04D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70351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48EA9-61D7-D141-B669-B8C569279DDD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B22C-5A44-BF48-8CCE-00203CB04D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83003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48EA9-61D7-D141-B669-B8C569279DDD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2B22C-5A44-BF48-8CCE-00203CB04D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968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FD48EA9-61D7-D141-B669-B8C569279DDD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CF2B22C-5A44-BF48-8CCE-00203CB04DC1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5541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 descr="bina, pencere, iç mekan, fikstür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7DA7C41-8A31-357B-FC67-6F1CD9B54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5830ECD6-7CFD-A55F-BF85-E6E54A04D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9951" y="991517"/>
            <a:ext cx="4665635" cy="1868827"/>
          </a:xfr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tr-TR" sz="2400" dirty="0" err="1"/>
              <a:t>Aı</a:t>
            </a:r>
            <a:r>
              <a:rPr lang="tr-TR" sz="2400" dirty="0"/>
              <a:t> </a:t>
            </a:r>
            <a:r>
              <a:rPr lang="tr-TR" sz="2400" dirty="0" err="1"/>
              <a:t>color</a:t>
            </a:r>
            <a:r>
              <a:rPr lang="tr-TR" sz="2400" dirty="0"/>
              <a:t> </a:t>
            </a:r>
            <a:r>
              <a:rPr lang="tr-TR" sz="2400" dirty="0" err="1"/>
              <a:t>recommender</a:t>
            </a:r>
            <a:endParaRPr lang="tr-TR" sz="2400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6384CA6-B3BF-A4A2-A057-8BA226B15D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7582" y="3636550"/>
            <a:ext cx="3576810" cy="722214"/>
          </a:xfr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tr-TR" sz="1400" dirty="0"/>
              <a:t>Irmak nur </a:t>
            </a:r>
            <a:r>
              <a:rPr lang="tr-TR" sz="1400" dirty="0" err="1"/>
              <a:t>konukcu</a:t>
            </a:r>
            <a:endParaRPr lang="tr-TR" sz="1400" dirty="0"/>
          </a:p>
          <a:p>
            <a:r>
              <a:rPr lang="tr-TR" sz="1400" dirty="0"/>
              <a:t>Merve </a:t>
            </a:r>
            <a:r>
              <a:rPr lang="tr-TR" sz="1400" dirty="0" err="1"/>
              <a:t>karadöl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1283213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40C1AD-E604-36CE-DFB9-93C681963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Problem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solutIon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3AFF7DE-46C7-0E6B-B965-65EAE88A0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839" y="2031020"/>
            <a:ext cx="10178322" cy="35935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200" dirty="0"/>
              <a:t>❌ Problem</a:t>
            </a:r>
          </a:p>
          <a:p>
            <a:r>
              <a:rPr lang="tr-TR" sz="2200" dirty="0" err="1"/>
              <a:t>Difficulty</a:t>
            </a:r>
            <a:r>
              <a:rPr lang="tr-TR" sz="2200" dirty="0"/>
              <a:t> in </a:t>
            </a:r>
            <a:r>
              <a:rPr lang="tr-TR" sz="2200" dirty="0" err="1"/>
              <a:t>color</a:t>
            </a:r>
            <a:r>
              <a:rPr lang="tr-TR" sz="2200" dirty="0"/>
              <a:t> </a:t>
            </a:r>
            <a:r>
              <a:rPr lang="tr-TR" sz="2200" dirty="0" err="1"/>
              <a:t>harmony</a:t>
            </a:r>
            <a:endParaRPr lang="tr-TR" sz="2200" dirty="0"/>
          </a:p>
          <a:p>
            <a:r>
              <a:rPr lang="tr-TR" sz="2200" dirty="0" err="1"/>
              <a:t>Wrong</a:t>
            </a:r>
            <a:r>
              <a:rPr lang="tr-TR" sz="2200" dirty="0"/>
              <a:t> </a:t>
            </a:r>
            <a:r>
              <a:rPr lang="tr-TR" sz="2200" dirty="0" err="1"/>
              <a:t>decoration</a:t>
            </a:r>
            <a:r>
              <a:rPr lang="tr-TR" sz="2200" dirty="0"/>
              <a:t> </a:t>
            </a:r>
            <a:r>
              <a:rPr lang="tr-TR" sz="2200" dirty="0" err="1"/>
              <a:t>choices</a:t>
            </a:r>
            <a:endParaRPr lang="tr-TR" sz="2200" dirty="0"/>
          </a:p>
          <a:p>
            <a:r>
              <a:rPr lang="tr-TR" sz="2200" dirty="0"/>
              <a:t>Time </a:t>
            </a:r>
            <a:r>
              <a:rPr lang="tr-TR" sz="2200" dirty="0" err="1"/>
              <a:t>and</a:t>
            </a:r>
            <a:r>
              <a:rPr lang="tr-TR" sz="2200" dirty="0"/>
              <a:t> </a:t>
            </a:r>
            <a:r>
              <a:rPr lang="tr-TR" sz="2200" dirty="0" err="1"/>
              <a:t>cost</a:t>
            </a:r>
            <a:r>
              <a:rPr lang="tr-TR" sz="2200" dirty="0"/>
              <a:t> </a:t>
            </a:r>
            <a:r>
              <a:rPr lang="tr-TR" sz="2200" dirty="0" err="1"/>
              <a:t>inefficiency</a:t>
            </a:r>
            <a:endParaRPr lang="tr-TR" sz="2200" dirty="0"/>
          </a:p>
          <a:p>
            <a:pPr marL="0" indent="0">
              <a:buNone/>
            </a:pPr>
            <a:r>
              <a:rPr lang="tr-TR" sz="2200" dirty="0"/>
              <a:t>✅ Solution</a:t>
            </a:r>
          </a:p>
          <a:p>
            <a:r>
              <a:rPr lang="tr-TR" sz="2200" dirty="0" err="1"/>
              <a:t>Upload</a:t>
            </a:r>
            <a:r>
              <a:rPr lang="tr-TR" sz="2200" dirty="0"/>
              <a:t> </a:t>
            </a:r>
            <a:r>
              <a:rPr lang="tr-TR" sz="2200" dirty="0" err="1"/>
              <a:t>room</a:t>
            </a:r>
            <a:r>
              <a:rPr lang="tr-TR" sz="2200" dirty="0"/>
              <a:t> </a:t>
            </a:r>
            <a:r>
              <a:rPr lang="tr-TR" sz="2200" dirty="0" err="1"/>
              <a:t>photo</a:t>
            </a:r>
            <a:endParaRPr lang="tr-TR" sz="2200" dirty="0"/>
          </a:p>
          <a:p>
            <a:r>
              <a:rPr lang="tr-TR" sz="2200" dirty="0"/>
              <a:t>AI-</a:t>
            </a:r>
            <a:r>
              <a:rPr lang="tr-TR" sz="2200" dirty="0" err="1"/>
              <a:t>based</a:t>
            </a:r>
            <a:r>
              <a:rPr lang="tr-TR" sz="2200" dirty="0"/>
              <a:t> </a:t>
            </a:r>
            <a:r>
              <a:rPr lang="tr-TR" sz="2200" dirty="0" err="1"/>
              <a:t>color</a:t>
            </a:r>
            <a:r>
              <a:rPr lang="tr-TR" sz="2200" dirty="0"/>
              <a:t> </a:t>
            </a:r>
            <a:r>
              <a:rPr lang="tr-TR" sz="2200" dirty="0" err="1"/>
              <a:t>analysis</a:t>
            </a:r>
            <a:endParaRPr lang="tr-TR" sz="2200" dirty="0"/>
          </a:p>
          <a:p>
            <a:r>
              <a:rPr lang="tr-TR" sz="2200" dirty="0" err="1"/>
              <a:t>Harmonious</a:t>
            </a:r>
            <a:r>
              <a:rPr lang="tr-TR" sz="2200" dirty="0"/>
              <a:t> </a:t>
            </a:r>
            <a:r>
              <a:rPr lang="tr-TR" sz="2200" dirty="0" err="1"/>
              <a:t>recommendations</a:t>
            </a:r>
            <a:endParaRPr lang="tr-TR" sz="2200" dirty="0"/>
          </a:p>
        </p:txBody>
      </p:sp>
      <p:pic>
        <p:nvPicPr>
          <p:cNvPr id="5" name="Resim 4" descr="iç mekan tasarımı, sedir, kanape, iç mekan, stüdyo kanep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4A62F5F-AD8F-98A6-FD97-5CD0AAEDF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149" y="1548205"/>
            <a:ext cx="64389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916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5758F3-FBBB-FBAB-4DD6-2CADD2EDA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How </a:t>
            </a:r>
            <a:r>
              <a:rPr lang="tr-TR" dirty="0" err="1"/>
              <a:t>ıt</a:t>
            </a:r>
            <a:r>
              <a:rPr lang="tr-TR" dirty="0"/>
              <a:t> </a:t>
            </a:r>
            <a:r>
              <a:rPr lang="tr-TR" dirty="0" err="1"/>
              <a:t>works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326EEAC-FA2B-7BCE-D735-D10A248FE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474" y="1366093"/>
            <a:ext cx="10178322" cy="3593591"/>
          </a:xfrm>
        </p:spPr>
        <p:txBody>
          <a:bodyPr/>
          <a:lstStyle/>
          <a:p>
            <a:r>
              <a:rPr lang="tr-TR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System</a:t>
            </a:r>
            <a:r>
              <a:rPr lang="tr-T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tr-TR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workflow</a:t>
            </a:r>
            <a:endParaRPr lang="tr-T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10" name="Resim 9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4C96F6-50E4-B8F3-1E82-FB46FE540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9" y="2052095"/>
            <a:ext cx="3111500" cy="3644900"/>
          </a:xfrm>
          <a:prstGeom prst="rect">
            <a:avLst/>
          </a:prstGeom>
        </p:spPr>
      </p:pic>
      <p:pic>
        <p:nvPicPr>
          <p:cNvPr id="5" name="Resim 4" descr="metin, ekran görüntüsü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FAC54F8-29B9-496A-0E35-63B43770C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450" y="1519872"/>
            <a:ext cx="7084754" cy="442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385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53A4274-C182-B51E-9CCD-A07D050C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6" y="645105"/>
            <a:ext cx="7638323" cy="1320855"/>
          </a:xfrm>
        </p:spPr>
        <p:txBody>
          <a:bodyPr>
            <a:normAutofit/>
          </a:bodyPr>
          <a:lstStyle/>
          <a:p>
            <a:r>
              <a:rPr lang="tr-TR" sz="4400" dirty="0" err="1"/>
              <a:t>Algorıthm</a:t>
            </a:r>
            <a:r>
              <a:rPr lang="tr-TR" sz="4400" dirty="0"/>
              <a:t> </a:t>
            </a:r>
            <a:r>
              <a:rPr lang="tr-TR" sz="4400" dirty="0" err="1"/>
              <a:t>Implementatıon</a:t>
            </a:r>
            <a:endParaRPr lang="tr-TR" sz="44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0238017-F092-49A7-64FA-AB4F51D2A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275" y="1436566"/>
            <a:ext cx="7943124" cy="526903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tr-TR" dirty="0" err="1">
                <a:solidFill>
                  <a:schemeClr val="tx1"/>
                </a:solidFill>
              </a:rPr>
              <a:t>image</a:t>
            </a:r>
            <a:r>
              <a:rPr lang="tr-TR" dirty="0">
                <a:solidFill>
                  <a:schemeClr val="tx1"/>
                </a:solidFill>
              </a:rPr>
              <a:t> = </a:t>
            </a:r>
            <a:r>
              <a:rPr lang="tr-TR" dirty="0" err="1">
                <a:solidFill>
                  <a:schemeClr val="tx1"/>
                </a:solidFill>
              </a:rPr>
              <a:t>Image.open</a:t>
            </a:r>
            <a:r>
              <a:rPr lang="tr-TR" dirty="0">
                <a:solidFill>
                  <a:schemeClr val="tx1"/>
                </a:solidFill>
              </a:rPr>
              <a:t>(</a:t>
            </a:r>
            <a:r>
              <a:rPr lang="tr-TR" dirty="0" err="1">
                <a:solidFill>
                  <a:schemeClr val="tx1"/>
                </a:solidFill>
              </a:rPr>
              <a:t>file.stream</a:t>
            </a:r>
            <a:r>
              <a:rPr lang="tr-TR" dirty="0">
                <a:solidFill>
                  <a:schemeClr val="tx1"/>
                </a:solidFill>
              </a:rPr>
              <a:t>).</a:t>
            </a:r>
            <a:r>
              <a:rPr lang="tr-TR" dirty="0" err="1">
                <a:solidFill>
                  <a:schemeClr val="tx1"/>
                </a:solidFill>
              </a:rPr>
              <a:t>convert</a:t>
            </a:r>
            <a:r>
              <a:rPr lang="tr-TR" dirty="0">
                <a:solidFill>
                  <a:schemeClr val="tx1"/>
                </a:solidFill>
              </a:rPr>
              <a:t>("RGB")  //Image </a:t>
            </a:r>
            <a:r>
              <a:rPr lang="tr-TR" dirty="0" err="1">
                <a:solidFill>
                  <a:schemeClr val="tx1"/>
                </a:solidFill>
              </a:rPr>
              <a:t>processing</a:t>
            </a:r>
            <a:endParaRPr lang="tr-TR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tr-TR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tr-TR" dirty="0" err="1">
                <a:solidFill>
                  <a:schemeClr val="tx1"/>
                </a:solidFill>
              </a:rPr>
              <a:t>pixels</a:t>
            </a:r>
            <a:r>
              <a:rPr lang="tr-TR" dirty="0">
                <a:solidFill>
                  <a:schemeClr val="tx1"/>
                </a:solidFill>
              </a:rPr>
              <a:t> = </a:t>
            </a:r>
            <a:r>
              <a:rPr lang="tr-TR" dirty="0" err="1">
                <a:solidFill>
                  <a:schemeClr val="tx1"/>
                </a:solidFill>
              </a:rPr>
              <a:t>list</a:t>
            </a:r>
            <a:r>
              <a:rPr lang="tr-TR" dirty="0">
                <a:solidFill>
                  <a:schemeClr val="tx1"/>
                </a:solidFill>
              </a:rPr>
              <a:t>(</a:t>
            </a:r>
            <a:r>
              <a:rPr lang="tr-TR" dirty="0" err="1">
                <a:solidFill>
                  <a:schemeClr val="tx1"/>
                </a:solidFill>
              </a:rPr>
              <a:t>image.getdata</a:t>
            </a:r>
            <a:r>
              <a:rPr lang="tr-TR" dirty="0">
                <a:solidFill>
                  <a:schemeClr val="tx1"/>
                </a:solidFill>
              </a:rPr>
              <a:t>())  // </a:t>
            </a:r>
            <a:r>
              <a:rPr lang="tr-TR" dirty="0" err="1">
                <a:solidFill>
                  <a:schemeClr val="tx1"/>
                </a:solidFill>
              </a:rPr>
              <a:t>Color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analysis</a:t>
            </a:r>
            <a:r>
              <a:rPr lang="tr-TR" dirty="0">
                <a:solidFill>
                  <a:schemeClr val="tx1"/>
                </a:solidFill>
              </a:rPr>
              <a:t> in </a:t>
            </a:r>
            <a:r>
              <a:rPr lang="tr-TR" dirty="0" err="1">
                <a:solidFill>
                  <a:schemeClr val="tx1"/>
                </a:solidFill>
              </a:rPr>
              <a:t>pixels</a:t>
            </a:r>
            <a:endParaRPr lang="tr-TR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tr-TR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tr-TR" dirty="0" err="1">
                <a:solidFill>
                  <a:schemeClr val="tx1"/>
                </a:solidFill>
              </a:rPr>
              <a:t>hex_colors</a:t>
            </a:r>
            <a:r>
              <a:rPr lang="tr-TR" dirty="0">
                <a:solidFill>
                  <a:schemeClr val="tx1"/>
                </a:solidFill>
              </a:rPr>
              <a:t> = [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dirty="0">
                <a:solidFill>
                  <a:schemeClr val="tx1"/>
                </a:solidFill>
              </a:rPr>
              <a:t>  '#{:02x}{:02x}{:02x}'.format(r, g, b)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dirty="0">
                <a:solidFill>
                  <a:schemeClr val="tx1"/>
                </a:solidFill>
              </a:rPr>
              <a:t>  </a:t>
            </a:r>
            <a:r>
              <a:rPr lang="tr-TR" dirty="0" err="1">
                <a:solidFill>
                  <a:schemeClr val="tx1"/>
                </a:solidFill>
              </a:rPr>
              <a:t>for</a:t>
            </a:r>
            <a:r>
              <a:rPr lang="tr-TR" dirty="0">
                <a:solidFill>
                  <a:schemeClr val="tx1"/>
                </a:solidFill>
              </a:rPr>
              <a:t> r, g, b in </a:t>
            </a:r>
            <a:r>
              <a:rPr lang="tr-TR" dirty="0" err="1">
                <a:solidFill>
                  <a:schemeClr val="tx1"/>
                </a:solidFill>
              </a:rPr>
              <a:t>pixels</a:t>
            </a:r>
            <a:endParaRPr lang="tr-TR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tr-TR" dirty="0">
                <a:solidFill>
                  <a:schemeClr val="tx1"/>
                </a:solidFill>
              </a:rPr>
              <a:t>]   //</a:t>
            </a:r>
            <a:r>
              <a:rPr lang="tr-TR" dirty="0" err="1">
                <a:solidFill>
                  <a:schemeClr val="tx1"/>
                </a:solidFill>
              </a:rPr>
              <a:t>Color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values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are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extracted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numerically</a:t>
            </a:r>
            <a:endParaRPr lang="tr-TR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tr-TR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tr-TR" dirty="0" err="1">
                <a:solidFill>
                  <a:schemeClr val="tx1"/>
                </a:solidFill>
              </a:rPr>
              <a:t>result</a:t>
            </a:r>
            <a:r>
              <a:rPr lang="tr-TR" dirty="0">
                <a:solidFill>
                  <a:schemeClr val="tx1"/>
                </a:solidFill>
              </a:rPr>
              <a:t> =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dirty="0">
                <a:solidFill>
                  <a:schemeClr val="tx1"/>
                </a:solidFill>
              </a:rPr>
              <a:t>'</a:t>
            </a:r>
            <a:r>
              <a:rPr lang="tr-TR" dirty="0" err="1">
                <a:solidFill>
                  <a:schemeClr val="tx1"/>
                </a:solidFill>
              </a:rPr>
              <a:t>analysis</a:t>
            </a:r>
            <a:r>
              <a:rPr lang="tr-TR" dirty="0">
                <a:solidFill>
                  <a:schemeClr val="tx1"/>
                </a:solidFill>
              </a:rPr>
              <a:t>': </a:t>
            </a:r>
            <a:r>
              <a:rPr lang="tr-TR" dirty="0" err="1">
                <a:solidFill>
                  <a:schemeClr val="tx1"/>
                </a:solidFill>
              </a:rPr>
              <a:t>analysis_text</a:t>
            </a:r>
            <a:r>
              <a:rPr lang="tr-TR" dirty="0">
                <a:solidFill>
                  <a:schemeClr val="tx1"/>
                </a:solidFill>
              </a:rPr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dirty="0">
                <a:solidFill>
                  <a:schemeClr val="tx1"/>
                </a:solidFill>
              </a:rPr>
              <a:t>'</a:t>
            </a:r>
            <a:r>
              <a:rPr lang="tr-TR" dirty="0" err="1">
                <a:solidFill>
                  <a:schemeClr val="tx1"/>
                </a:solidFill>
              </a:rPr>
              <a:t>dominant_colors</a:t>
            </a:r>
            <a:r>
              <a:rPr lang="tr-TR" dirty="0">
                <a:solidFill>
                  <a:schemeClr val="tx1"/>
                </a:solidFill>
              </a:rPr>
              <a:t>': </a:t>
            </a:r>
            <a:r>
              <a:rPr lang="tr-TR" dirty="0" err="1">
                <a:solidFill>
                  <a:schemeClr val="tx1"/>
                </a:solidFill>
              </a:rPr>
              <a:t>hex_colors</a:t>
            </a:r>
            <a:r>
              <a:rPr lang="tr-TR" dirty="0">
                <a:solidFill>
                  <a:schemeClr val="tx1"/>
                </a:solidFill>
              </a:rPr>
              <a:t>[:5]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dirty="0">
                <a:solidFill>
                  <a:schemeClr val="tx1"/>
                </a:solidFill>
              </a:rPr>
              <a:t>}  // </a:t>
            </a:r>
            <a:r>
              <a:rPr lang="tr-TR" dirty="0" err="1">
                <a:solidFill>
                  <a:schemeClr val="tx1"/>
                </a:solidFill>
              </a:rPr>
              <a:t>brings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out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the</a:t>
            </a:r>
            <a:r>
              <a:rPr lang="tr-TR" dirty="0">
                <a:solidFill>
                  <a:schemeClr val="tx1"/>
                </a:solidFill>
              </a:rPr>
              <a:t> dominant </a:t>
            </a:r>
            <a:r>
              <a:rPr lang="tr-TR" dirty="0" err="1">
                <a:solidFill>
                  <a:schemeClr val="tx1"/>
                </a:solidFill>
              </a:rPr>
              <a:t>color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tones</a:t>
            </a:r>
            <a:endParaRPr lang="tr-TR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tr-TR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tr-TR" dirty="0">
              <a:solidFill>
                <a:schemeClr val="tx1"/>
              </a:solidFill>
            </a:endParaRPr>
          </a:p>
        </p:txBody>
      </p:sp>
      <p:pic>
        <p:nvPicPr>
          <p:cNvPr id="4" name="Resim 3" descr="metin, ekran görüntüsü, dikdörtgen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47CCAB3-7771-E990-238F-0E8D49365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627" y="2899725"/>
            <a:ext cx="5176744" cy="345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552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59C18E-FB15-C57F-2E6A-3554BAC34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Technologıes</a:t>
            </a:r>
            <a:r>
              <a:rPr lang="tr-TR" dirty="0"/>
              <a:t> </a:t>
            </a:r>
            <a:r>
              <a:rPr lang="tr-TR" dirty="0" err="1"/>
              <a:t>Used</a:t>
            </a:r>
            <a:endParaRPr lang="tr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B53709-F215-53D2-5BB8-3BDDB5E5A5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08878" y="1601237"/>
            <a:ext cx="2964273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&amp; 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Flask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Scikit-learn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(K-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Means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endParaRPr kumimoji="0" lang="tr-TR" altLang="tr-TR" b="1" i="0" u="none" strike="noStrike" cap="none" normalizeH="0" baseline="0" dirty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b="1" i="0" u="none" strike="noStrike" cap="none" normalizeH="0" baseline="0" dirty="0">
              <a:ln>
                <a:noFill/>
              </a:ln>
              <a:solidFill>
                <a:schemeClr val="tx2">
                  <a:lumMod val="90000"/>
                  <a:lumOff val="1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Development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 &amp;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VS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574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kişi, şahıs, giyim, gülümsemek, gülüş, insan yüz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6DA69B6-635D-A541-74DB-A9D6EDD1E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816" y="0"/>
            <a:ext cx="5715000" cy="5715000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84B0877B-23AF-379E-0659-7413F10B6E39}"/>
              </a:ext>
            </a:extLst>
          </p:cNvPr>
          <p:cNvSpPr txBox="1"/>
          <p:nvPr/>
        </p:nvSpPr>
        <p:spPr>
          <a:xfrm>
            <a:off x="3205316" y="580317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5400" dirty="0">
                <a:solidFill>
                  <a:schemeClr val="accent1">
                    <a:lumMod val="20000"/>
                    <a:lumOff val="80000"/>
                  </a:schemeClr>
                </a:solidFill>
                <a:highlight>
                  <a:srgbClr val="800080"/>
                </a:highligh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50484977"/>
      </p:ext>
    </p:extLst>
  </p:cSld>
  <p:clrMapOvr>
    <a:masterClrMapping/>
  </p:clrMapOvr>
</p:sld>
</file>

<file path=ppt/theme/theme1.xml><?xml version="1.0" encoding="utf-8"?>
<a:theme xmlns:a="http://schemas.openxmlformats.org/drawingml/2006/main" name="Rozet">
  <a:themeElements>
    <a:clrScheme name="Rozet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Rozet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oz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85</TotalTime>
  <Words>161</Words>
  <Application>Microsoft Macintosh PowerPoint</Application>
  <PresentationFormat>Geniş ekran</PresentationFormat>
  <Paragraphs>45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0" baseType="lpstr">
      <vt:lpstr>Arial</vt:lpstr>
      <vt:lpstr>Gill Sans MT</vt:lpstr>
      <vt:lpstr>Impact</vt:lpstr>
      <vt:lpstr>Rozet</vt:lpstr>
      <vt:lpstr>Aı color recommender</vt:lpstr>
      <vt:lpstr>Problem and solutIon</vt:lpstr>
      <vt:lpstr>How ıt works</vt:lpstr>
      <vt:lpstr>Algorıthm Implementatıon</vt:lpstr>
      <vt:lpstr>Technologıes Used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Merve Karadöl</dc:creator>
  <cp:lastModifiedBy>Merve Karadöl</cp:lastModifiedBy>
  <cp:revision>6</cp:revision>
  <dcterms:created xsi:type="dcterms:W3CDTF">2025-12-29T18:47:09Z</dcterms:created>
  <dcterms:modified xsi:type="dcterms:W3CDTF">2025-12-30T20:09:43Z</dcterms:modified>
</cp:coreProperties>
</file>